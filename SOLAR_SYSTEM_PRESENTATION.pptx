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714" y="1804219"/>
            <a:ext cx="1121723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5400" b="1">
                <a:solidFill>
                  <a:srgbClr val="00C8FF"/>
                </a:solidFill>
              </a:defRPr>
            </a:pPr>
            <a:r>
              <a:rPr sz="4400" dirty="0"/>
              <a:t>⚡ REALISTIC SOLAR SYSTEM SIMULATION </a:t>
            </a:r>
            <a:r>
              <a:rPr dirty="0"/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4748" y="3242101"/>
            <a:ext cx="4945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i="1" u="sng" dirty="0"/>
          </a:p>
          <a:p>
            <a:pPr>
              <a:defRPr sz="3000">
                <a:solidFill>
                  <a:srgbClr val="FFFFFF"/>
                </a:solidFill>
              </a:defRPr>
            </a:pPr>
            <a:r>
              <a:rPr b="1" i="1" u="sng" dirty="0"/>
              <a:t>Created Using OpenGL + GLUT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599"/>
            <a:ext cx="11064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• Built using OpenGL + GLUT</a:t>
            </a:r>
            <a:br>
              <a:rPr dirty="0"/>
            </a:br>
            <a:r>
              <a:rPr dirty="0"/>
              <a:t>• Fully 3D Solar System</a:t>
            </a:r>
            <a:br>
              <a:rPr dirty="0"/>
            </a:br>
            <a:r>
              <a:rPr dirty="0"/>
              <a:t>• Lighting, revolution, rotation</a:t>
            </a:r>
            <a:br>
              <a:rPr dirty="0"/>
            </a:br>
            <a:r>
              <a:rPr dirty="0"/>
              <a:t>• Camera movement &amp; realistic shadows</a:t>
            </a:r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4E17C7-050C-23B1-F7A3-6D68710D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707" y="493899"/>
            <a:ext cx="4662038" cy="2765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20981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✔ Planets = GLUT solid spheres</a:t>
            </a:r>
            <a:br>
              <a:rPr dirty="0"/>
            </a:br>
            <a:r>
              <a:rPr dirty="0"/>
              <a:t>✔ Revolution = circular trig motion</a:t>
            </a:r>
            <a:br>
              <a:rPr dirty="0"/>
            </a:br>
            <a:r>
              <a:rPr dirty="0"/>
              <a:t>✔ Rotation = </a:t>
            </a:r>
            <a:r>
              <a:rPr dirty="0" err="1"/>
              <a:t>glRotatef</a:t>
            </a:r>
            <a:r>
              <a:rPr dirty="0"/>
              <a:t>()</a:t>
            </a:r>
            <a:br>
              <a:rPr dirty="0"/>
            </a:br>
            <a:r>
              <a:rPr dirty="0"/>
              <a:t>✔ Camera = </a:t>
            </a:r>
            <a:r>
              <a:rPr dirty="0" err="1"/>
              <a:t>gluLookAt</a:t>
            </a:r>
            <a:r>
              <a:rPr dirty="0"/>
              <a:t>()</a:t>
            </a:r>
            <a:br>
              <a:rPr dirty="0"/>
            </a:br>
            <a:r>
              <a:rPr dirty="0"/>
              <a:t>✔ Orbits = line loops</a:t>
            </a:r>
            <a:br>
              <a:rPr dirty="0"/>
            </a:br>
            <a:br>
              <a:rPr dirty="0"/>
            </a:br>
            <a:r>
              <a:rPr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3AE5B2-4678-ED74-3E14-0CA895965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12" y="452732"/>
            <a:ext cx="5318393" cy="3352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17732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• Smooth animation</a:t>
            </a:r>
            <a:br>
              <a:rPr dirty="0"/>
            </a:br>
            <a:r>
              <a:rPr dirty="0"/>
              <a:t>• Light reflections</a:t>
            </a:r>
            <a:br>
              <a:rPr dirty="0"/>
            </a:br>
            <a:r>
              <a:rPr dirty="0"/>
              <a:t>• Space-themed UI</a:t>
            </a:r>
            <a:br>
              <a:rPr dirty="0"/>
            </a:br>
            <a:r>
              <a:rPr dirty="0"/>
              <a:t>• Realistic scaling</a:t>
            </a:r>
            <a:br>
              <a:rPr dirty="0"/>
            </a:br>
            <a:r>
              <a:rPr dirty="0"/>
              <a:t>• Saturn rings</a:t>
            </a:r>
            <a:br>
              <a:rPr dirty="0"/>
            </a:br>
            <a:br>
              <a:rPr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E000C-E171-D7D9-0EC4-06C2EFDB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931" y="255638"/>
            <a:ext cx="7058939" cy="3507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0003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799" y="2323109"/>
            <a:ext cx="7079226" cy="3952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004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422" y="2245609"/>
            <a:ext cx="8264996" cy="4246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192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988" y="2155291"/>
            <a:ext cx="8727112" cy="4336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192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77" y="2377324"/>
            <a:ext cx="7187382" cy="4263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192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25" y="2357815"/>
            <a:ext cx="7614101" cy="4134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Screenshot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Captured from the OpenGL solar system simulation.</a:t>
            </a:r>
          </a:p>
        </p:txBody>
      </p:sp>
      <p:pic>
        <p:nvPicPr>
          <p:cNvPr id="5" name="Picture 4" descr="Screenshot 2025-11-26 192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450" y="2322160"/>
            <a:ext cx="7317924" cy="4041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rfiel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C8FF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Made by Vineet — OpenGL Solar System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AADFA-6CA6-E44F-4260-FD8D31CC9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13" y="2236541"/>
            <a:ext cx="9576619" cy="4532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171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vineetsingh3053@gmail.com</cp:lastModifiedBy>
  <cp:revision>10</cp:revision>
  <dcterms:created xsi:type="dcterms:W3CDTF">2013-01-27T09:14:16Z</dcterms:created>
  <dcterms:modified xsi:type="dcterms:W3CDTF">2025-11-26T16:30:04Z</dcterms:modified>
  <cp:category/>
</cp:coreProperties>
</file>